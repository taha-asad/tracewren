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02920"/>
            <a:ext cx="7863840" cy="411480"/>
          </a:xfrm>
          <a:prstGeom prst="roundRect">
            <a:avLst>
              <a:gd name="adj" fmla="val 13333"/>
            </a:avLst>
          </a:prstGeom>
          <a:solidFill>
            <a:srgbClr val="1B365D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PUNJAB TIANJIN UNIVERSITY OF TECHNOLOGY (PTUT), LAHORE  •  DEPT. OF SOFTWARE ENGINEERING TECHNOLOGY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BugBountyTrack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Secure Website for Reporting and Verifying Software Security Bugs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2514600" cy="438912"/>
          </a:xfrm>
          <a:prstGeom prst="roundRect">
            <a:avLst>
              <a:gd name="adj" fmla="val 16667"/>
            </a:avLst>
          </a:prstGeom>
          <a:solidFill>
            <a:srgbClr val="1B365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6888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Easy Bug Reporting Door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2468880"/>
            <a:ext cx="2514600" cy="438912"/>
          </a:xfrm>
          <a:prstGeom prst="roundRect">
            <a:avLst>
              <a:gd name="adj" fmla="val 16667"/>
            </a:avLst>
          </a:prstGeom>
          <a:solidFill>
            <a:srgbClr val="1B365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46888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Automatic Browser Privacy Lock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2468880"/>
            <a:ext cx="2514600" cy="438912"/>
          </a:xfrm>
          <a:prstGeom prst="roundRect">
            <a:avLst>
              <a:gd name="adj" fmla="val 16667"/>
            </a:avLst>
          </a:prstGeom>
          <a:solidFill>
            <a:srgbClr val="1B365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46888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Proof-Based Fix Verification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7863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6499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
</a:t>
            </a:r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 Asadullah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No: 24-ST-013  |  Section: SET-B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Software Engineering Technology (5th Semester)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3429000"/>
            <a:ext cx="0" cy="10515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364992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Supervisor &amp; Review:
</a:t>
            </a:r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 Umar Hayat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Professor, PTUT Lahore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to: Head of Department (HOD) &amp; Faculty Panel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BugBountyTrack? (The Simple Idea)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BugBountyTrack — Fifth-Semester Project Proposal  |  Taha Asadullah (24-ST-013)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0" y="4828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987552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4F7FA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024128"/>
            <a:ext cx="7900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words: BugBountyTrack is a secure web portal where independent security testers can safely report website bugs to a company, and where the company must prove the bug is truly fixed before closing the report.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2560320" cy="2212848"/>
          </a:xfrm>
          <a:prstGeom prst="roundRect">
            <a:avLst>
              <a:gd name="adj" fmla="val 3306"/>
            </a:avLst>
          </a:prstGeom>
          <a:solidFill>
            <a:srgbClr val="F4F7FA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92024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202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2402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Security Tester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("Bug Hunter")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2697480"/>
            <a:ext cx="2240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Discovers a security flaw on a company website.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Wants a safe, legal place to report it.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 submit with an account or as a quick Guest.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2651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91840" y="1810512"/>
            <a:ext cx="2560320" cy="2212848"/>
          </a:xfrm>
          <a:prstGeom prst="roundRect">
            <a:avLst>
              <a:gd name="adj" fmla="val 3306"/>
            </a:avLst>
          </a:prstGeom>
          <a:solidFill>
            <a:srgbClr val="EBF4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192024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1B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9202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PLATFORM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22402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BugBountyTrack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Safe Bridge)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56432" y="2697480"/>
            <a:ext cx="2240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Locks (scrambles) the report inside the browser.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Calculates how urgent the bug is (Low to Critical).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Tracks every step in an unchangeable history log.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0" y="2651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126480" y="1810512"/>
            <a:ext cx="2560320" cy="2212848"/>
          </a:xfrm>
          <a:prstGeom prst="roundRect">
            <a:avLst>
              <a:gd name="adj" fmla="val 3306"/>
            </a:avLst>
          </a:prstGeom>
          <a:solidFill>
            <a:srgbClr val="ECFDF5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192024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065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9202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63640" y="22402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Software Team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("Defenders")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2697480"/>
            <a:ext cx="2240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Unlocks and reads the bug report safely on screen.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Fixes the website code and links the repair proof.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Re-tests the fix before the ticket is allowed to close.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B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11480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Goal: Replace risky emails and unverified "Fixed" buttons with a private, proof-based security reporting system.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&amp; 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I Choose This Project?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BugBountyTrack — Fifth-Semester Project Proposal  |  Taha Asadullah (24-ST-013)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0" y="4828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small software companies and startups face three major problems when someone finds a security flaw in their website: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27048"/>
            <a:ext cx="1234440" cy="685800"/>
          </a:xfrm>
          <a:prstGeom prst="roundRect">
            <a:avLst>
              <a:gd name="adj" fmla="val 6667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527048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93392" y="148132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Security Platforms Are Too Expensive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993392" y="173736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platforms (like HackerOne or Bugcrowd) charge thousands of dollars per month for managed services. Local startups, university teams, and small businesses simply cannot afford them.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93392" y="208483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Small companies have no official door for receiving security warnings.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606040"/>
            <a:ext cx="1234440" cy="685800"/>
          </a:xfrm>
          <a:prstGeom prst="roundRect">
            <a:avLst>
              <a:gd name="adj" fmla="val 6667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6060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93392" y="256032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Bugs Over Normal Email Is Dangerous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993392" y="281635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proper portal, people send bug details through plain email, "Contact Us" forms, or social media messages. These messages sit unprotected in shared office inboxes.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93392" y="3163824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If an email is leaked or hacked, criminals get exact instructions to attack the website.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547872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685032"/>
            <a:ext cx="1234440" cy="685800"/>
          </a:xfrm>
          <a:prstGeom prst="roundRect">
            <a:avLst>
              <a:gd name="adj" fmla="val 6667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685032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993392" y="363931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Are Marked "Fixed" Without Any Real Proof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993392" y="389534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ordinary task trackers (like Trello or Jira), a programmer can just click "Resolved" without linking any code repair or running a second check.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93392" y="4242816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Companies think they are safe on paper, while the security hole is still open in reality.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BugBountyTrack Solves These Problems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BugBountyTrack — Fifth-Semester Project Proposal  |  Taha Asadullah (24-ST-013)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0" y="4828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977640" cy="411480"/>
          </a:xfrm>
          <a:prstGeom prst="roundRect">
            <a:avLst>
              <a:gd name="adj" fmla="val 11111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058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BugBountyTrack (Current Practice)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3977640" cy="411480"/>
          </a:xfrm>
          <a:prstGeom prst="roundRect">
            <a:avLst>
              <a:gd name="adj" fmla="val 11111"/>
            </a:avLst>
          </a:prstGeom>
          <a:solidFill>
            <a:srgbClr val="065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058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BugBountyTrack (Our Proposed System)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536192"/>
            <a:ext cx="3977640" cy="676656"/>
          </a:xfrm>
          <a:prstGeom prst="roundRect">
            <a:avLst>
              <a:gd name="adj" fmla="val 6757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60934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 Clear Reporting Door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184708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Testers guess who to email or post issues publicly on social media.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536192"/>
            <a:ext cx="3977640" cy="676656"/>
          </a:xfrm>
          <a:prstGeom prst="roundRect">
            <a:avLst>
              <a:gd name="adj" fmla="val 675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60934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Official Security Policy &amp; Guest Intake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184708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a standard security policy page and allows both Guest and Account reports.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304288"/>
            <a:ext cx="3977640" cy="676656"/>
          </a:xfrm>
          <a:prstGeom prst="roundRect">
            <a:avLst>
              <a:gd name="adj" fmla="val 6757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37744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Unprotected Secret Details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261518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instructions are stored as plain readable text on emails and servers.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304288"/>
            <a:ext cx="3977640" cy="676656"/>
          </a:xfrm>
          <a:prstGeom prst="roundRect">
            <a:avLst>
              <a:gd name="adj" fmla="val 675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37744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Automatic Browser Privacy Lock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261518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 (scrambles) the report on the user’s screen before sending. Server stores only scrambled text.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072384"/>
            <a:ext cx="3977640" cy="676656"/>
          </a:xfrm>
          <a:prstGeom prst="roundRect">
            <a:avLst>
              <a:gd name="adj" fmla="val 6757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14553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Random Priority Guessing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338328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argue over whether a bug is minor or urgent.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3072384"/>
            <a:ext cx="3977640" cy="676656"/>
          </a:xfrm>
          <a:prstGeom prst="roundRect">
            <a:avLst>
              <a:gd name="adj" fmla="val 675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14553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Standardized Priority Calculator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338328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calculator rates every bug fairly from Low to Critical (0.0 to 10.0).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3977640" cy="676656"/>
          </a:xfrm>
          <a:prstGeom prst="roundRect">
            <a:avLst>
              <a:gd name="adj" fmla="val 6757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91363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Unverified "Done" Button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4360" y="415137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mark tickets "Closed" with zero proof of code repair.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840480"/>
            <a:ext cx="3977640" cy="676656"/>
          </a:xfrm>
          <a:prstGeom prst="roundRect">
            <a:avLst>
              <a:gd name="adj" fmla="val 675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91363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Mandatory Code Link &amp; Re-Test Loop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46320" y="415137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 verified GitHub code update link and a passed re-test before closing.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We Building? (The 3 Core Pillars)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BugBountyTrack — Fifth-Semester Project Proposal  |  Taha Asadullah (24-ST-013)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0" y="4828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969264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1B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969264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Aim: Build an easy-to-use web platform that protects bug reports with browser locking and requires real proof of repair.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572768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572768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276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8105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Policy &amp; Easy Intake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103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Reports In Safely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450592"/>
            <a:ext cx="228600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Publishes a clear security rules page (security.txt) for each company.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Registered Mode: Testers log in to track reputation &amp; past reports.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Guest Mode: Testers submit immediately without creating an account using a downloadable recovery key file.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Built-in Severity Calculator rates urgency automatically.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1572768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572768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6276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18105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Privacy Lock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2103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Secret Details Private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2450592"/>
            <a:ext cx="228600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Locks (encrypts) the bug description &amp; steps inside the user’s browser before upload.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central database only receives scrambled, unreadable text.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 the reporter and authorized company defenders can unlock it.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Includes an Offline Company Recovery Key in case a staff member loses their laptop.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1572768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572768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6276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18105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Proof-of-Fix &amp; Re-Test Loop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103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Sure Bugs Are Truly Fixed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2450592"/>
            <a:ext cx="228600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Developers cannot close a bug just by clicking "Resolved".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Must enter a GitHub code commit ID (system checks GitHub to confirm the code update exists).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Moves ticket to "Waiting for Re-Test".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Closes only after the tester or an internal reviewer re-tests and confirms the repair.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Step-by-Step Life of a Bug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BugBountyTrack — Fifth-Semester Project Proposal  |  Taha Asadullah (24-ST-013)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0" y="4828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1901952" cy="224028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15240">
            <a:solidFill>
              <a:srgbClr val="1B365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170432"/>
            <a:ext cx="1627632" cy="274320"/>
          </a:xfrm>
          <a:prstGeom prst="roundRect">
            <a:avLst>
              <a:gd name="adj" fmla="val 13333"/>
            </a:avLst>
          </a:prstGeom>
          <a:solidFill>
            <a:srgbClr val="1B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17043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1508760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&amp; Submit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79222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By: Security Tester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2048256"/>
            <a:ext cx="16824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writes the bug report and selects severity. The browser automatically scrambles the secret text before sending.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59152" y="1965960"/>
            <a:ext cx="219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578608" y="1051560"/>
            <a:ext cx="1901952" cy="224028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15240">
            <a:solidFill>
              <a:srgbClr val="1B365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15768" y="1170432"/>
            <a:ext cx="1627632" cy="274320"/>
          </a:xfrm>
          <a:prstGeom prst="roundRect">
            <a:avLst>
              <a:gd name="adj" fmla="val 13333"/>
            </a:avLst>
          </a:prstGeom>
          <a:solidFill>
            <a:srgbClr val="1B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15768" y="117043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70048" y="1508760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 &amp; Review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70048" y="179222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By: Company Defender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88336" y="2048256"/>
            <a:ext cx="16824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company engineer unlocks the report on their screen, reviews the steps, and marks it "Accepted".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80560" y="1965960"/>
            <a:ext cx="219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00016" y="1051560"/>
            <a:ext cx="1901952" cy="224028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15240">
            <a:solidFill>
              <a:srgbClr val="1B365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37176" y="1170432"/>
            <a:ext cx="1627632" cy="274320"/>
          </a:xfrm>
          <a:prstGeom prst="roundRect">
            <a:avLst>
              <a:gd name="adj" fmla="val 13333"/>
            </a:avLst>
          </a:prstGeom>
          <a:solidFill>
            <a:srgbClr val="1B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7176" y="117043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91456" y="1508760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&amp; Link Code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91456" y="179222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By: Software Developer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9744" y="2048256"/>
            <a:ext cx="16824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repairs the website code and links the GitHub commit ID. Our system checks GitHub to confirm the commit is real.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01968" y="1965960"/>
            <a:ext cx="219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821424" y="1051560"/>
            <a:ext cx="1901952" cy="224028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15240">
            <a:solidFill>
              <a:srgbClr val="1B365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58584" y="1170432"/>
            <a:ext cx="1627632" cy="274320"/>
          </a:xfrm>
          <a:prstGeom prst="roundRect">
            <a:avLst>
              <a:gd name="adj" fmla="val 13333"/>
            </a:avLst>
          </a:prstGeom>
          <a:solidFill>
            <a:srgbClr val="1B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58584" y="117043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12864" y="1508760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Re-Test &amp; Verify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12864" y="179222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By: Tester / QA Auditor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31152" y="2048256"/>
            <a:ext cx="16824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enters "Waiting for Re-Test". The tester or internal reviewer tests the website again and confirms the bug is gone.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3474720"/>
            <a:ext cx="8229600" cy="1170432"/>
          </a:xfrm>
          <a:prstGeom prst="roundRect">
            <a:avLst>
              <a:gd name="adj" fmla="val 6250"/>
            </a:avLst>
          </a:prstGeom>
          <a:solidFill>
            <a:srgbClr val="FFFBE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566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Reports Close? (3 Honest, Transparent Outcomes)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0080" y="385876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Verified by Researcher: 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bug finder re-tests the fix and confirms the website is safe.
</a:t>
            </a:r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Verified Internally: 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authorized team member re-tests and confirms the fix (audit log records who checked it).
</a:t>
            </a:r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Unverified Timeout (If Tester Disappears): 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reporter never replies, a manager can close it with a written reason—never faked as a verified test.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 &amp; DELIVERABLES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It Come Out? (Final Prototype Output)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BugBountyTrack — Fifth-Semester Project Proposal  |  Taha Asadullah (24-ST-013)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0" y="4828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9509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end of the project, we will deliver a complete, working web application with four main interactive screens: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16736"/>
            <a:ext cx="4023360" cy="1536192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444752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1B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44752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14264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Policy &amp; Bug Submission Portal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1792" y="175564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Displays the company’s official security rules and allowed domains.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Lets testers submit a bug report with or without an account.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Automatically locks the text in the browser and downloads a Guest Recovery File.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663440" y="1316736"/>
            <a:ext cx="4023360" cy="1536192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444752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1B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444752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52160" y="14264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Bug Priority Calculator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28032" y="175564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 button-based selector where users pick how easy the bug is to exploit and what damage it causes.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Automatically calculates an exact urgency score (0.0 to 10.0) and color badge (Low, Medium, High, Critical).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57200" y="2980944"/>
            <a:ext cx="4023360" cy="1536192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108960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1B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10896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645920" y="30906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Defender Triage Dashboard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1792" y="3419856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Shows all incoming bug reports sorted by urgency and status.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Unlocks secret report details and proof-of-concept code safely inside the defender’s browser.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Includes private encrypted chat between the company and tester.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663440" y="2980944"/>
            <a:ext cx="4023360" cy="1536192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108960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1B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10896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52160" y="30906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Fix Checker &amp; Audit History Log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28032" y="3419856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Checks GitHub automatically when a developer pastes a code commit ID.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Tracks the re-test approval step.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Generates a clean "Remediation Certificate" and permanent activity timeline.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BOUNDARIES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 and Limitations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BugBountyTrack — Fifth-Semester Project Proposal  |  Taha Asadullah (24-ST-013)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0" y="4828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024128"/>
            <a:ext cx="3977640" cy="3584448"/>
          </a:xfrm>
          <a:prstGeom prst="roundRect">
            <a:avLst>
              <a:gd name="adj" fmla="val 2041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24128"/>
            <a:ext cx="3977640" cy="438912"/>
          </a:xfrm>
          <a:prstGeom prst="roundRect">
            <a:avLst>
              <a:gd name="adj" fmla="val 16667"/>
            </a:avLst>
          </a:prstGeom>
          <a:solidFill>
            <a:srgbClr val="065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2412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IN SCOPE (What We Build)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" y="15727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Standard Security Policy Page: 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security.txt and public scope page for companies.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621792" y="20574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Dual Submission Portal: 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both registered tester accounts and instant Guest submissions.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621792" y="25420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In-Browser Privacy Lock: 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OpenPGP encryption inside the browser before upload.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21792" y="302666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Bug Priority Calculator: 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CVSS 3.1 severity scoring (Low, Medium, High, Critical).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21792" y="351129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Proof-of-Fix &amp; Re-Test Engine: 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commit verification and mandatory re-test workflow.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621792" y="39959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Target Platform &amp; Users: 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desktop/laptop web browsers for small businesses &amp; security testers.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4709160" y="1024128"/>
            <a:ext cx="3977640" cy="3584448"/>
          </a:xfrm>
          <a:prstGeom prst="roundRect">
            <a:avLst>
              <a:gd name="adj" fmla="val 2041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024128"/>
            <a:ext cx="3977640" cy="438912"/>
          </a:xfrm>
          <a:prstGeom prst="roundRect">
            <a:avLst>
              <a:gd name="adj" fmla="val 16667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02412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EXCLUSIONS (What It Does NOT Do)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73752" y="157276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Automatic Website Hacking or Scanning: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does not attack websites or run automated scanners; it manages reports written by human testers.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73752" y="215798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Financial Cash Escrow or Bank Payouts: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BugBountyTrack is a software tracking tool, not a bank. It does not hold prize money or process cash transfers.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73752" y="27432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Fake AI Guessing: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use unpredictable AI to judge bugs; priority scoring uses exact, standard industry rules.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73752" y="332841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Server Password Recovery Backdoor: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keys stay strictly with users. The server has no secret backdoor if both staff keys and the offline backup key are lost.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73752" y="391363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Requires Internet Access: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an active internet connection to submit reports and check GitHub commits.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PLAN &amp;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16-Week Timeline, Significance &amp;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BugBountyTrack — Fifth-Semester Project Proposal  |  Taha Asadullah (24-ST-013)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0" y="4828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of 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9326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16-Week Development Schedule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207008"/>
            <a:ext cx="1572768" cy="1143000"/>
          </a:xfrm>
          <a:prstGeom prst="roundRect">
            <a:avLst>
              <a:gd name="adj" fmla="val 4800"/>
            </a:avLst>
          </a:prstGeom>
          <a:solidFill>
            <a:srgbClr val="F4F7FA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280160"/>
            <a:ext cx="1389888" cy="228600"/>
          </a:xfrm>
          <a:prstGeom prst="roundRect">
            <a:avLst>
              <a:gd name="adj" fmla="val 16000"/>
            </a:avLst>
          </a:prstGeom>
          <a:solidFill>
            <a:srgbClr val="1B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280160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1554480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 Design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530352" y="181051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Requirements, database tables &amp; screen designs.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130552" y="1207008"/>
            <a:ext cx="1572768" cy="1143000"/>
          </a:xfrm>
          <a:prstGeom prst="roundRect">
            <a:avLst>
              <a:gd name="adj" fmla="val 4800"/>
            </a:avLst>
          </a:prstGeom>
          <a:solidFill>
            <a:srgbClr val="F4F7FA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1992" y="1280160"/>
            <a:ext cx="1389888" cy="228600"/>
          </a:xfrm>
          <a:prstGeom prst="roundRect">
            <a:avLst>
              <a:gd name="adj" fmla="val 16000"/>
            </a:avLst>
          </a:prstGeom>
          <a:solidFill>
            <a:srgbClr val="1B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21992" y="1280160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4–6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03704" y="1554480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&amp; Privacy Lock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2203704" y="181051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system, security.txt &amp; browser encryption.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803904" y="1207008"/>
            <a:ext cx="1572768" cy="1143000"/>
          </a:xfrm>
          <a:prstGeom prst="roundRect">
            <a:avLst>
              <a:gd name="adj" fmla="val 4800"/>
            </a:avLst>
          </a:prstGeom>
          <a:solidFill>
            <a:srgbClr val="F4F7FA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95344" y="1280160"/>
            <a:ext cx="1389888" cy="228600"/>
          </a:xfrm>
          <a:prstGeom prst="roundRect">
            <a:avLst>
              <a:gd name="adj" fmla="val 16000"/>
            </a:avLst>
          </a:prstGeom>
          <a:solidFill>
            <a:srgbClr val="1B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95344" y="1280160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7–9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77056" y="1554480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&amp; Calculator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3877056" y="181051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Guest/Account forms, priority calculator &amp; chat.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477256" y="1207008"/>
            <a:ext cx="1572768" cy="1143000"/>
          </a:xfrm>
          <a:prstGeom prst="roundRect">
            <a:avLst>
              <a:gd name="adj" fmla="val 4800"/>
            </a:avLst>
          </a:prstGeom>
          <a:solidFill>
            <a:srgbClr val="F4F7FA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68696" y="1280160"/>
            <a:ext cx="1389888" cy="228600"/>
          </a:xfrm>
          <a:prstGeom prst="roundRect">
            <a:avLst>
              <a:gd name="adj" fmla="val 16000"/>
            </a:avLst>
          </a:prstGeom>
          <a:solidFill>
            <a:srgbClr val="1B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68696" y="1280160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10–12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50408" y="1554480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&amp; Re-Test Engine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550408" y="181051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commit check, re-test loop &amp; audit log.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150608" y="1207008"/>
            <a:ext cx="1572768" cy="1143000"/>
          </a:xfrm>
          <a:prstGeom prst="roundRect">
            <a:avLst>
              <a:gd name="adj" fmla="val 4800"/>
            </a:avLst>
          </a:prstGeom>
          <a:solidFill>
            <a:srgbClr val="F4F7FA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42048" y="1280160"/>
            <a:ext cx="1389888" cy="228600"/>
          </a:xfrm>
          <a:prstGeom prst="roundRect">
            <a:avLst>
              <a:gd name="adj" fmla="val 16000"/>
            </a:avLst>
          </a:prstGeom>
          <a:solidFill>
            <a:srgbClr val="1B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42048" y="1280160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13–16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223760" y="1554480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Defense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7223760" y="181051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user testing, security check &amp; final report.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57200" y="2487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Who Benefits from BugBountyTrack? (Significance of the Study)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2779776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285292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Businesses &amp; Startups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5216" y="3127248"/>
            <a:ext cx="230428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professional, organized way to receive security alerts without paying expensive agency fees.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3291840" y="2779776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1568" y="285292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Researchers &amp; Students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419856" y="3127248"/>
            <a:ext cx="230428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safe, legal, and confidential channel to report bugs responsibly and build their portfolio.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6126480" y="2779776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285292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Internet Users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54496" y="3127248"/>
            <a:ext cx="230428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passwords and personal data stay safer because websites must actually verify bug repairs.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457200" y="397764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1B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00507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 —  Ready for Questions &amp; HOD Feedback
</a:t>
            </a:r>
            <a:pPr algn="ctr" indent="0" marL="0">
              <a:buNone/>
            </a:pPr>
            <a:r>
              <a:rPr lang="en-US" sz="950" dirty="0">
                <a:solidFill>
                  <a:srgbClr val="BFD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Stack: Next.js (Web UI)  •  PostgreSQL (Database)  •  OpenPGP.js (Browser Lock)  •  GitHub API (Commit Verification)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PTUT Lahore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BugBountyTrack — HOD Project Presentation</dc:title>
  <dc:subject>BugBountyTrack Final Year Project Presentation</dc:subject>
  <dc:creator>Taha Asadullah (24-ST-013)</dc:creator>
  <cp:lastModifiedBy>Taha Asadullah (24-ST-013)</cp:lastModifiedBy>
  <cp:revision>1</cp:revision>
  <dcterms:created xsi:type="dcterms:W3CDTF">2026-10-18T16:30:06Z</dcterms:created>
  <dcterms:modified xsi:type="dcterms:W3CDTF">2026-10-18T16:30:06Z</dcterms:modified>
</cp:coreProperties>
</file>